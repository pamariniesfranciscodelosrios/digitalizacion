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Sistemas Ciberfísicos (CPS)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Definición, estructura, ejemplos y papel en la evolución industrial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Definición y estructura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Integración entre parte física (máquinas, sensores, actuadores) y digital (software, red).</a:t>
            </a:r>
          </a:p>
          <a:p>
            <a:r>
              <a:t>• Monitorizan el entorno, toman decisiones y actúan en tiempo real.</a:t>
            </a:r>
          </a:p>
          <a:p>
            <a:r>
              <a:t>• Elementos: Sensores, Actuadores, Software, Comunicaciones.</a:t>
            </a:r>
          </a:p>
          <a:p>
            <a:r>
              <a:t>• Base de la Industria 4.0: automatización inteligente y sistemas conectados.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Ejemplos en producción, logística y energía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Producción: Fábricas inteligentes, robots colaborativos, impresoras 3D conectadas.</a:t>
            </a:r>
          </a:p>
          <a:p>
            <a:r>
              <a:t>Logística: Vehículos AGV, sensores RFID, seguimiento GPS.</a:t>
            </a:r>
          </a:p>
          <a:p>
            <a:r>
              <a:t>Energía: Redes eléctricas inteligentes, sensores en parques eólicos, contadores inteligentes.</a:t>
            </a:r>
          </a:p>
          <a:p>
            <a:r>
              <a:t>→ Todos ellos operan mediante retroalimentación física-digital.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Papel clave en la evolución industrial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Conectan el mundo físico y el digital en tiempo real.</a:t>
            </a:r>
          </a:p>
          <a:p>
            <a:r>
              <a:t>• Permiten la producción flexible, el mantenimiento predictivo y la trazabilidad total.</a:t>
            </a:r>
          </a:p>
          <a:p>
            <a:r>
              <a:t>• Son el vínculo entre la 3.ª y la 4.ª Revolución Industrial.</a:t>
            </a:r>
          </a:p>
          <a:p>
            <a:r>
              <a:t>• Sustentan la transición hacia fábricas inteligentes e interconectadas.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Ejercicio práctico en clase: 'Detecto, decido y actúo'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Objetivo: entender cómo interactúan sensores, software y actuadores.</a:t>
            </a:r>
          </a:p>
          <a:p>
            <a:r>
              <a:t>• Actividad en grupos: diseñar un CPS (ej. invernadero automatizado, red eléctrica, robot).</a:t>
            </a:r>
          </a:p>
          <a:p>
            <a:r>
              <a:t>• Identificar sensores, software, actuadores y comunicación entre ellos.</a:t>
            </a:r>
          </a:p>
          <a:p>
            <a:r>
              <a:t>• Presentar el esquema y explicar el ciclo de retroalimentación física-digital-física.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