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Evolución de las Revoluciones Industriales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Resumen para Grado Medio de Informática — RA2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1.ª Revolución Industrial (1760–1840)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Mecanización y máquina de vapor</a:t>
            </a:r>
          </a:p>
          <a:p>
            <a:r>
              <a:t>• Energía: vapor y carbón</a:t>
            </a:r>
          </a:p>
          <a:p>
            <a:r>
              <a:t>• Invención clave: máquina de vapor (James Watt)</a:t>
            </a:r>
          </a:p>
          <a:p>
            <a:r>
              <a:t>• Nacimiento de las fábricas y ferrocarril</a:t>
            </a:r>
          </a:p>
          <a:p>
            <a:r>
              <a:t>• Cambio social: urbanización y trabajo asalariado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2.ª Revolución Industrial (1870–1914)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Electricidad y producción en cadena</a:t>
            </a:r>
          </a:p>
          <a:p>
            <a:r>
              <a:t>• Energía: electricidad y petróleo</a:t>
            </a:r>
          </a:p>
          <a:p>
            <a:r>
              <a:t>• Innovación: motor eléctrico y línea de montaje (Henry Ford)</a:t>
            </a:r>
          </a:p>
          <a:p>
            <a:r>
              <a:t>• Avances: acero, química, telecomunicaciones</a:t>
            </a:r>
          </a:p>
          <a:p>
            <a:r>
              <a:t>• Producción masiva y estandarizada → productos más baratos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3.ª Revolución Industrial (1950–2000)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Automatización e informática</a:t>
            </a:r>
          </a:p>
          <a:p>
            <a:r>
              <a:t>• Energía: electrónica y microprocesadores</a:t>
            </a:r>
          </a:p>
          <a:p>
            <a:r>
              <a:t>• Nacimiento de ordenadores, robots y PLCs</a:t>
            </a:r>
          </a:p>
          <a:p>
            <a:r>
              <a:t>• Introducción de sensores, redes e Internet</a:t>
            </a:r>
          </a:p>
          <a:p>
            <a:r>
              <a:t>• Producción flexible, controlada y digitalizada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Comparativa y transición hacia la 4.ª Revolución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Resumen comparativo:</a:t>
            </a:r>
          </a:p>
          <a:p>
            <a:r>
              <a:t>1.ª → Energía de vapor y mecanización.</a:t>
            </a:r>
          </a:p>
          <a:p>
            <a:r>
              <a:t>2.ª → Electricidad y producción en masa.</a:t>
            </a:r>
          </a:p>
          <a:p>
            <a:r>
              <a:t>3.ª → Electrónica y automatización digital.</a:t>
            </a:r>
          </a:p>
          <a:p>
            <a:r>
              <a:t>→ Cada revolución aumenta la eficiencia y la interconexión global.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