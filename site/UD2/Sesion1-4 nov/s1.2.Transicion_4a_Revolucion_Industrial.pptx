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Transición hacia la 4.ª Revolución Industrial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Digitalización, Internet, nube y nuevos modelos de negocio digitales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Digitalización y conectividad global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Transformación de procesos e información en datos digitales</a:t>
            </a:r>
          </a:p>
          <a:p>
            <a:r>
              <a:t>• Conectividad global: Internet, redes móviles e infraestructura digital</a:t>
            </a:r>
          </a:p>
          <a:p>
            <a:r>
              <a:t>• Datos como recurso estratégico para la toma de decisiones</a:t>
            </a:r>
          </a:p>
          <a:p>
            <a:r>
              <a:t>• Ejemplo: fábricas inteligentes e IoT conectando proveedores y clientes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de Internet y la nube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La nube permite almacenar y procesar información remotamente</a:t>
            </a:r>
          </a:p>
          <a:p>
            <a:r>
              <a:t>• Empresas conectadas y colaborativas en tiempo real</a:t>
            </a:r>
          </a:p>
          <a:p>
            <a:r>
              <a:t>• Acceso global a recursos tecnológicos y servicios SaaS</a:t>
            </a:r>
          </a:p>
          <a:p>
            <a:r>
              <a:t>• Ejemplo: migración empresarial a Google Cloud, AWS o Azure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Nuevos modelos de negocio digitales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Modelos basados en datos y plataformas digitales</a:t>
            </a:r>
          </a:p>
          <a:p>
            <a:r>
              <a:t>• Economía colaborativa: Airbnb, Uber, marketplaces globales</a:t>
            </a:r>
          </a:p>
          <a:p>
            <a:r>
              <a:t>• Modelos por suscripción y software como servicio (SaaS)</a:t>
            </a:r>
          </a:p>
          <a:p>
            <a:r>
              <a:t>• Industria 4.0: personalización, mantenimiento predictivo, 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La digitalización conecta personas, empresas y datos globalmente</a:t>
            </a:r>
          </a:p>
          <a:p>
            <a:r>
              <a:t>• Internet y la nube permiten una industria más ágil y colaborativa</a:t>
            </a:r>
          </a:p>
          <a:p>
            <a:r>
              <a:t>• Los modelos digitales impulsan eficiencia, innovación y personalización</a:t>
            </a:r>
          </a:p>
          <a:p>
            <a:r>
              <a:t>→ Paso previo a la Industria 4.0 y la integración ciberfísica total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