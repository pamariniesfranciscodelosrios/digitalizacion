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0" r:id="rId1"/>
  </p:sldMasterIdLst>
  <p:notesMasterIdLst>
    <p:notesMasterId r:id="rId16"/>
  </p:notesMasterIdLst>
  <p:sldIdLst>
    <p:sldId id="256" r:id="rId2"/>
    <p:sldId id="289" r:id="rId3"/>
    <p:sldId id="288" r:id="rId4"/>
    <p:sldId id="290" r:id="rId5"/>
    <p:sldId id="287" r:id="rId6"/>
    <p:sldId id="283" r:id="rId7"/>
    <p:sldId id="284" r:id="rId8"/>
    <p:sldId id="291" r:id="rId9"/>
    <p:sldId id="292" r:id="rId10"/>
    <p:sldId id="293" r:id="rId11"/>
    <p:sldId id="295" r:id="rId12"/>
    <p:sldId id="294" r:id="rId13"/>
    <p:sldId id="296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25C69-40B5-4C11-8C16-BA8386D813BF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CD56D-7B5C-4C4B-AA74-DBB8B03818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527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4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5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58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9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6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46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4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1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13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1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540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CtophQqL3hr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www.instagram.com/reel/CxlKt0wI4SV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27150"/>
            <a:ext cx="9144000" cy="980706"/>
          </a:xfrm>
        </p:spPr>
        <p:txBody>
          <a:bodyPr>
            <a:noAutofit/>
          </a:bodyPr>
          <a:lstStyle/>
          <a:p>
            <a:pPr algn="ctr"/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  <a:t>Digitalización aplicada a los sectores </a:t>
            </a:r>
            <a:b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500" b="1" dirty="0">
                <a:solidFill>
                  <a:schemeClr val="accent1">
                    <a:lumMod val="75000"/>
                  </a:schemeClr>
                </a:solidFill>
              </a:rPr>
              <a:t>productivos</a:t>
            </a:r>
            <a:endParaRPr sz="2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8396" y="5689008"/>
            <a:ext cx="8988425" cy="68865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4000" b="1" dirty="0"/>
            </a:br>
            <a:br>
              <a:rPr lang="es-ES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s-ES" sz="1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rPr>
              <a:t>Antonio Marín Espejo – pamarin@iesfranciscodelosrios.es</a:t>
            </a:r>
          </a:p>
        </p:txBody>
      </p:sp>
      <p:cxnSp>
        <p:nvCxnSpPr>
          <p:cNvPr id="11" name="Conector recto 10"/>
          <p:cNvCxnSpPr/>
          <p:nvPr/>
        </p:nvCxnSpPr>
        <p:spPr>
          <a:xfrm>
            <a:off x="482600" y="1327150"/>
            <a:ext cx="8280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1">
            <a:extLst>
              <a:ext uri="{FF2B5EF4-FFF2-40B4-BE49-F238E27FC236}">
                <a16:creationId xmlns:a16="http://schemas.microsoft.com/office/drawing/2014/main" id="{416276D9-1990-4790-BCB9-DF99AC317D5E}"/>
              </a:ext>
            </a:extLst>
          </p:cNvPr>
          <p:cNvSpPr txBox="1">
            <a:spLocks/>
          </p:cNvSpPr>
          <p:nvPr/>
        </p:nvSpPr>
        <p:spPr>
          <a:xfrm>
            <a:off x="482600" y="2759715"/>
            <a:ext cx="7989752" cy="247654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4400" u="sng" dirty="0">
                <a:solidFill>
                  <a:schemeClr val="bg1"/>
                </a:solidFill>
              </a:rPr>
              <a:t>UD1. </a:t>
            </a:r>
            <a:r>
              <a:rPr lang="es-ES" sz="4400" u="sng" dirty="0" err="1">
                <a:solidFill>
                  <a:schemeClr val="bg1"/>
                </a:solidFill>
              </a:rPr>
              <a:t>Sesion</a:t>
            </a:r>
            <a:r>
              <a:rPr lang="es-ES" sz="4400" u="sng" dirty="0">
                <a:solidFill>
                  <a:schemeClr val="bg1"/>
                </a:solidFill>
              </a:rPr>
              <a:t> 4:  </a:t>
            </a:r>
          </a:p>
          <a:p>
            <a:r>
              <a:rPr lang="es-ES" sz="4000" dirty="0">
                <a:solidFill>
                  <a:schemeClr val="bg1"/>
                </a:solidFill>
              </a:rPr>
              <a:t>•	Impacto medioambiental</a:t>
            </a:r>
            <a:br>
              <a:rPr lang="es-ES" sz="4400" dirty="0">
                <a:solidFill>
                  <a:schemeClr val="bg1"/>
                </a:solidFill>
              </a:rPr>
            </a:br>
            <a:r>
              <a:rPr lang="es-ES" sz="2800" i="1" dirty="0">
                <a:solidFill>
                  <a:schemeClr val="bg1"/>
                </a:solidFill>
              </a:rPr>
              <a:t>Fecha: 21/oct/25</a:t>
            </a:r>
            <a:endParaRPr lang="es-ES" sz="4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7CFA6-EA4E-4833-8327-6C25D392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Veremos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5266E1-9FA4-49C3-B806-9991E41C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792" y="1735050"/>
            <a:ext cx="7989752" cy="2491547"/>
          </a:xfrm>
        </p:spPr>
        <p:txBody>
          <a:bodyPr/>
          <a:lstStyle/>
          <a:p>
            <a:r>
              <a:rPr lang="es-ES" dirty="0"/>
              <a:t>Vídeos de introducción (5 min)</a:t>
            </a:r>
          </a:p>
          <a:p>
            <a:r>
              <a:rPr lang="es-ES" dirty="0"/>
              <a:t>Preguntas de reflexión e investigación (25 min: 5 minutos por pregunta)</a:t>
            </a:r>
          </a:p>
          <a:p>
            <a:r>
              <a:rPr lang="es-ES" dirty="0"/>
              <a:t>Informe IMPACTO MEDIOAMBIENTAL personal: 20 minutos</a:t>
            </a:r>
          </a:p>
          <a:p>
            <a:r>
              <a:rPr lang="es-ES" dirty="0"/>
              <a:t>Generación de QR y subida a Moodle (5 min)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8ADD33-E493-4E2A-83FF-F2E47CC5EF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03"/>
          <a:stretch/>
        </p:blipFill>
        <p:spPr>
          <a:xfrm>
            <a:off x="6003037" y="2849382"/>
            <a:ext cx="2975863" cy="39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5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53E58-B155-419E-83BA-03926293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UD1. </a:t>
            </a:r>
            <a:r>
              <a:rPr lang="es-ES" dirty="0" err="1"/>
              <a:t>Sesion</a:t>
            </a:r>
            <a:r>
              <a:rPr lang="es-ES" dirty="0"/>
              <a:t> 4: </a:t>
            </a:r>
            <a:r>
              <a:rPr lang="es-ES" sz="2800" dirty="0">
                <a:solidFill>
                  <a:schemeClr val="bg1"/>
                </a:solidFill>
              </a:rPr>
              <a:t>Impacto medioambiental</a:t>
            </a:r>
            <a:br>
              <a:rPr lang="es-ES" dirty="0"/>
            </a:br>
            <a:r>
              <a:rPr lang="es-ES" dirty="0"/>
              <a:t>Fecha: </a:t>
            </a:r>
            <a:r>
              <a:rPr lang="es-ES" sz="2800" i="1" dirty="0">
                <a:solidFill>
                  <a:schemeClr val="bg1"/>
                </a:solidFill>
              </a:rPr>
              <a:t>21/oct/25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F7E3F8-5ACD-44DA-B0C4-51591CFD0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87418"/>
            <a:ext cx="8302832" cy="1597076"/>
          </a:xfrm>
        </p:spPr>
        <p:txBody>
          <a:bodyPr>
            <a:normAutofit lnSpcReduction="10000"/>
          </a:bodyPr>
          <a:lstStyle/>
          <a:p>
            <a:r>
              <a:rPr lang="es-ES" b="1" u="sng" dirty="0"/>
              <a:t>Objetivo</a:t>
            </a:r>
            <a:r>
              <a:rPr lang="es-ES" dirty="0"/>
              <a:t>: Investiga las cuestiones planteadas</a:t>
            </a:r>
          </a:p>
          <a:p>
            <a:pPr lvl="1"/>
            <a:r>
              <a:rPr lang="es-ES" dirty="0"/>
              <a:t> </a:t>
            </a:r>
            <a:r>
              <a:rPr lang="es-ES" b="1" dirty="0">
                <a:highlight>
                  <a:srgbClr val="FFFF00"/>
                </a:highlight>
              </a:rPr>
              <a:t>UD1.4-Impacto Medioambiental</a:t>
            </a:r>
          </a:p>
          <a:p>
            <a:r>
              <a:rPr lang="es-ES" dirty="0"/>
              <a:t>Ubicado dentro de la </a:t>
            </a:r>
            <a:r>
              <a:rPr lang="es-ES" b="1" dirty="0"/>
              <a:t>UD1.4 Impacto medioambiental</a:t>
            </a:r>
          </a:p>
          <a:p>
            <a:r>
              <a:rPr lang="es-ES" dirty="0"/>
              <a:t>Publica tu web y añádele un código QR desde </a:t>
            </a:r>
            <a:r>
              <a:rPr lang="es-ES" dirty="0" err="1"/>
              <a:t>Canva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669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53E58-B155-419E-83BA-03926293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UD1. </a:t>
            </a:r>
            <a:r>
              <a:rPr lang="es-ES" dirty="0" err="1"/>
              <a:t>Sesion</a:t>
            </a:r>
            <a:r>
              <a:rPr lang="es-ES" dirty="0"/>
              <a:t> 4: </a:t>
            </a:r>
            <a:r>
              <a:rPr lang="es-ES" sz="2800" dirty="0">
                <a:solidFill>
                  <a:schemeClr val="bg1"/>
                </a:solidFill>
              </a:rPr>
              <a:t>Impacto medioambiental</a:t>
            </a:r>
            <a:br>
              <a:rPr lang="es-ES" dirty="0"/>
            </a:br>
            <a:r>
              <a:rPr lang="es-ES" dirty="0"/>
              <a:t>Fecha: </a:t>
            </a:r>
            <a:r>
              <a:rPr lang="es-ES" sz="2800" i="1" dirty="0">
                <a:solidFill>
                  <a:schemeClr val="bg1"/>
                </a:solidFill>
              </a:rPr>
              <a:t>21/oct/25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19C47D2-24E0-4E03-95F5-2CC422D5B0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6"/>
          <a:stretch/>
        </p:blipFill>
        <p:spPr>
          <a:xfrm>
            <a:off x="1577788" y="1972235"/>
            <a:ext cx="5162350" cy="47961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330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791C273-4C8D-4AAD-981C-F9BC23CD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11" y="2678713"/>
            <a:ext cx="3968690" cy="2874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053E58-B155-419E-83BA-03926293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UD1. </a:t>
            </a:r>
            <a:r>
              <a:rPr lang="es-ES" dirty="0" err="1"/>
              <a:t>Sesion</a:t>
            </a:r>
            <a:r>
              <a:rPr lang="es-ES" dirty="0"/>
              <a:t> 4: </a:t>
            </a:r>
            <a:r>
              <a:rPr lang="es-ES" sz="2800" dirty="0">
                <a:solidFill>
                  <a:schemeClr val="bg1"/>
                </a:solidFill>
              </a:rPr>
              <a:t>Impacto medioambiental</a:t>
            </a:r>
            <a:br>
              <a:rPr lang="es-ES" dirty="0"/>
            </a:br>
            <a:r>
              <a:rPr lang="es-ES" dirty="0"/>
              <a:t>Fecha: </a:t>
            </a:r>
            <a:r>
              <a:rPr lang="es-ES" sz="2800" i="1" dirty="0">
                <a:solidFill>
                  <a:schemeClr val="bg1"/>
                </a:solidFill>
              </a:rPr>
              <a:t>21/oct/25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BF254F-3AA7-4198-BDDB-B7B26B5FC216}"/>
              </a:ext>
            </a:extLst>
          </p:cNvPr>
          <p:cNvSpPr txBox="1"/>
          <p:nvPr/>
        </p:nvSpPr>
        <p:spPr>
          <a:xfrm>
            <a:off x="415866" y="2372526"/>
            <a:ext cx="3821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Enlace </a:t>
            </a:r>
            <a:r>
              <a:rPr lang="es-ES" b="1" dirty="0" err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todos_somos_reciclaje</a:t>
            </a:r>
            <a:endParaRPr lang="es-ES" b="1" dirty="0">
              <a:solidFill>
                <a:schemeClr val="accent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7653B31-D475-4AB4-91B5-89CDC5508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924229"/>
            <a:ext cx="72795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Anotar ideas clave que inspiren posibles propuestas para tu informe.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Observar el contraste entre los modelos de producción y consumo.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AB53F0-F341-4C06-AC18-9F5730DC5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377464"/>
            <a:ext cx="3215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s-ES" b="1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Enlace </a:t>
            </a:r>
            <a:r>
              <a:rPr lang="es-ES" altLang="es-ES" b="1" dirty="0" err="1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Tonifero</a:t>
            </a:r>
            <a:r>
              <a:rPr lang="es-ES" altLang="es-ES" b="1" dirty="0">
                <a:solidFill>
                  <a:schemeClr val="accent1"/>
                </a:solidFill>
              </a:rPr>
              <a:t> 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A781DC9-DD9B-4442-8DBF-CE133B1F1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003" y="2828693"/>
            <a:ext cx="2986311" cy="258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7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7" y="2107930"/>
            <a:ext cx="7989752" cy="2141341"/>
          </a:xfrm>
        </p:spPr>
        <p:txBody>
          <a:bodyPr>
            <a:normAutofit/>
          </a:bodyPr>
          <a:lstStyle/>
          <a:p>
            <a:r>
              <a:rPr lang="es-ES" sz="2000" dirty="0"/>
              <a:t>Visualiza los vídeos propuestos (en clase).</a:t>
            </a:r>
          </a:p>
          <a:p>
            <a:r>
              <a:rPr lang="es-ES" sz="2000" dirty="0"/>
              <a:t>Realiza las actividades propuestas a continuación</a:t>
            </a:r>
          </a:p>
          <a:p>
            <a:endParaRPr lang="es-ES" sz="20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4D5D484-8B31-461F-A06F-2233FED16B76}"/>
              </a:ext>
            </a:extLst>
          </p:cNvPr>
          <p:cNvSpPr txBox="1">
            <a:spLocks/>
          </p:cNvSpPr>
          <p:nvPr/>
        </p:nvSpPr>
        <p:spPr>
          <a:xfrm>
            <a:off x="577124" y="701329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UD1. </a:t>
            </a:r>
            <a:r>
              <a:rPr lang="es-ES" dirty="0" err="1"/>
              <a:t>Sesion</a:t>
            </a:r>
            <a:r>
              <a:rPr lang="es-ES" dirty="0"/>
              <a:t> 4: Impacto medioambiental</a:t>
            </a:r>
            <a:br>
              <a:rPr lang="es-ES" dirty="0"/>
            </a:br>
            <a:r>
              <a:rPr lang="es-ES" dirty="0"/>
              <a:t>Fecha: </a:t>
            </a:r>
            <a:r>
              <a:rPr lang="es-ES" i="1" dirty="0"/>
              <a:t>21/oct/25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9265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PLANTEADAS: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4"/>
            <a:ext cx="7989752" cy="524162"/>
          </a:xfrm>
        </p:spPr>
        <p:txBody>
          <a:bodyPr>
            <a:normAutofit fontScale="92500" lnSpcReduction="10000"/>
          </a:bodyPr>
          <a:lstStyle/>
          <a:p>
            <a:r>
              <a:rPr lang="es-ES" sz="3200" dirty="0"/>
              <a:t>1 Plásticos: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6D02D3-B7DB-4A7B-B3E0-B0F15F685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108" y="3018117"/>
            <a:ext cx="5830114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4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 2: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A9AC9A-41DD-4D9B-BDC3-09EF61E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9" y="3783884"/>
            <a:ext cx="8109709" cy="1218422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9C4FFBF-3BC3-4EC5-AE79-7C21CFAC507C}"/>
              </a:ext>
            </a:extLst>
          </p:cNvPr>
          <p:cNvSpPr txBox="1">
            <a:spLocks/>
          </p:cNvSpPr>
          <p:nvPr/>
        </p:nvSpPr>
        <p:spPr>
          <a:xfrm>
            <a:off x="581192" y="2228004"/>
            <a:ext cx="7989752" cy="52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2 Empresas:</a:t>
            </a:r>
          </a:p>
        </p:txBody>
      </p:sp>
    </p:spTree>
    <p:extLst>
      <p:ext uri="{BB962C8B-B14F-4D97-AF65-F5344CB8AC3E}">
        <p14:creationId xmlns:p14="http://schemas.microsoft.com/office/powerpoint/2010/main" val="164079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PLANTEADAS: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CF91D2D-5B51-4F9A-863A-5C7A8C22D97A}"/>
              </a:ext>
            </a:extLst>
          </p:cNvPr>
          <p:cNvSpPr txBox="1">
            <a:spLocks/>
          </p:cNvSpPr>
          <p:nvPr/>
        </p:nvSpPr>
        <p:spPr>
          <a:xfrm>
            <a:off x="581192" y="2228004"/>
            <a:ext cx="7989752" cy="52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3 RSC: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DB0787-E0D6-4910-ACB7-F1495C15D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9" y="3229113"/>
            <a:ext cx="8407331" cy="162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0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PLANTEADAS: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FD35C32-6E57-4DA9-966C-62084BD4CE80}"/>
              </a:ext>
            </a:extLst>
          </p:cNvPr>
          <p:cNvSpPr txBox="1">
            <a:spLocks/>
          </p:cNvSpPr>
          <p:nvPr/>
        </p:nvSpPr>
        <p:spPr>
          <a:xfrm>
            <a:off x="581192" y="2228004"/>
            <a:ext cx="7989752" cy="52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4. Compras compulsiva: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360FD8-AA25-442F-AD46-3D7C1450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42" y="3011014"/>
            <a:ext cx="7242493" cy="23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6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PLANTEADAS: 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FD35C32-6E57-4DA9-966C-62084BD4CE80}"/>
              </a:ext>
            </a:extLst>
          </p:cNvPr>
          <p:cNvSpPr txBox="1">
            <a:spLocks/>
          </p:cNvSpPr>
          <p:nvPr/>
        </p:nvSpPr>
        <p:spPr>
          <a:xfrm>
            <a:off x="581192" y="2228004"/>
            <a:ext cx="7989752" cy="52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5. Teletrabajo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2DED87-7C98-4862-8A66-8F687469F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7" y="2752165"/>
            <a:ext cx="7339128" cy="252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5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B00A-3C03-42EA-B200-513A78F2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ACTIVIDADES PLANTEADAS: 5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00EF6DA-A76C-4F57-88EE-F1D14229D97D}"/>
              </a:ext>
            </a:extLst>
          </p:cNvPr>
          <p:cNvSpPr txBox="1">
            <a:spLocks/>
          </p:cNvSpPr>
          <p:nvPr/>
        </p:nvSpPr>
        <p:spPr>
          <a:xfrm>
            <a:off x="581192" y="2228004"/>
            <a:ext cx="7989752" cy="524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/>
              <a:t>5 Piensa y reflexiona: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D65194-F597-405C-A306-D249B471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26" y="2852487"/>
            <a:ext cx="638264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21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35F8-18F4-473A-96FF-1576405F0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47" y="2107930"/>
            <a:ext cx="7989752" cy="4329815"/>
          </a:xfrm>
        </p:spPr>
        <p:txBody>
          <a:bodyPr>
            <a:normAutofit/>
          </a:bodyPr>
          <a:lstStyle/>
          <a:p>
            <a:r>
              <a:rPr lang="es-ES" dirty="0"/>
              <a:t>Con tus </a:t>
            </a:r>
            <a:r>
              <a:rPr lang="es-ES" b="1" dirty="0">
                <a:highlight>
                  <a:srgbClr val="FFFF00"/>
                </a:highlight>
              </a:rPr>
              <a:t>conclusiones e investigación</a:t>
            </a:r>
            <a:r>
              <a:rPr lang="es-ES" dirty="0"/>
              <a:t>, redacta finalmente un informe breve dirigido a las autoridades locales </a:t>
            </a:r>
            <a:r>
              <a:rPr lang="es-ES" sz="1600" dirty="0"/>
              <a:t>(Ayuntamiento o Delegación de Medioambiente).</a:t>
            </a:r>
          </a:p>
          <a:p>
            <a:r>
              <a:rPr lang="es-ES" dirty="0"/>
              <a:t>Expón: </a:t>
            </a:r>
            <a:r>
              <a:rPr lang="es-ES" b="1" dirty="0">
                <a:highlight>
                  <a:srgbClr val="FFFF00"/>
                </a:highlight>
              </a:rPr>
              <a:t>Diagnóstico</a:t>
            </a:r>
            <a:r>
              <a:rPr lang="es-ES" b="1" dirty="0"/>
              <a:t> actual</a:t>
            </a:r>
            <a:r>
              <a:rPr lang="es-ES" dirty="0"/>
              <a:t>: Qué problemas ambientales has podido apreciar durante el tema en tu entorno (basura, consumo, residuos tecnológicos…).</a:t>
            </a:r>
          </a:p>
          <a:p>
            <a:r>
              <a:rPr lang="es-ES" b="1" dirty="0">
                <a:highlight>
                  <a:srgbClr val="FFFF00"/>
                </a:highlight>
              </a:rPr>
              <a:t>Propuesta de mejora</a:t>
            </a:r>
            <a:r>
              <a:rPr lang="es-ES" dirty="0"/>
              <a:t>:  Acciones de EC aplicables localmente (puntos de reciclaje, talleres de reutilización, reducción de plásticos…).</a:t>
            </a:r>
          </a:p>
          <a:p>
            <a:r>
              <a:rPr lang="es-ES" b="1" dirty="0">
                <a:highlight>
                  <a:srgbClr val="FFFF00"/>
                </a:highlight>
              </a:rPr>
              <a:t>Conclusión</a:t>
            </a:r>
            <a:r>
              <a:rPr lang="es-ES" dirty="0"/>
              <a:t>: Importancia de la implicación ciudadana y educativa.</a:t>
            </a:r>
          </a:p>
          <a:p>
            <a:r>
              <a:rPr lang="es-ES" dirty="0"/>
              <a:t>Súbelo a tu portfolio digital.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4D5D484-8B31-461F-A06F-2233FED16B76}"/>
              </a:ext>
            </a:extLst>
          </p:cNvPr>
          <p:cNvSpPr txBox="1">
            <a:spLocks/>
          </p:cNvSpPr>
          <p:nvPr/>
        </p:nvSpPr>
        <p:spPr>
          <a:xfrm>
            <a:off x="577124" y="701329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UD1. </a:t>
            </a:r>
            <a:r>
              <a:rPr lang="es-ES" dirty="0" err="1"/>
              <a:t>Sesion</a:t>
            </a:r>
            <a:r>
              <a:rPr lang="es-ES" dirty="0"/>
              <a:t> 4: Impacto medioambiental</a:t>
            </a:r>
            <a:br>
              <a:rPr lang="es-ES" dirty="0"/>
            </a:br>
            <a:r>
              <a:rPr lang="es-ES" dirty="0"/>
              <a:t>Fecha: </a:t>
            </a:r>
            <a:r>
              <a:rPr lang="es-ES" i="1" dirty="0"/>
              <a:t>21/oct/25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0487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53E58-B155-419E-83BA-03926293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Moodle subimos </a:t>
            </a:r>
            <a:r>
              <a:rPr lang="es-ES" dirty="0" err="1"/>
              <a:t>pdf</a:t>
            </a:r>
            <a:r>
              <a:rPr lang="es-ES" dirty="0"/>
              <a:t> y </a:t>
            </a:r>
            <a:r>
              <a:rPr lang="es-ES" dirty="0" err="1"/>
              <a:t>url</a:t>
            </a:r>
            <a:r>
              <a:rPr lang="es-ES" dirty="0"/>
              <a:t> </a:t>
            </a:r>
            <a:r>
              <a:rPr lang="es-ES" sz="2000" dirty="0">
                <a:solidFill>
                  <a:srgbClr val="FFFF00"/>
                </a:solidFill>
              </a:rPr>
              <a:t>(actualizada)</a:t>
            </a:r>
            <a:endParaRPr lang="es-ES" dirty="0">
              <a:solidFill>
                <a:srgbClr val="FFFF00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AFAEB-5542-49B9-A4ED-D71A0ED39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Súbe</a:t>
            </a:r>
            <a:r>
              <a:rPr lang="es-ES" dirty="0"/>
              <a:t> a </a:t>
            </a:r>
            <a:r>
              <a:rPr lang="es-ES"/>
              <a:t>Moodle enlace y PDF.</a:t>
            </a:r>
          </a:p>
        </p:txBody>
      </p:sp>
    </p:spTree>
    <p:extLst>
      <p:ext uri="{BB962C8B-B14F-4D97-AF65-F5344CB8AC3E}">
        <p14:creationId xmlns:p14="http://schemas.microsoft.com/office/powerpoint/2010/main" val="16407885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Dividendo</Template>
  <TotalTime>1425</TotalTime>
  <Words>400</Words>
  <Application>Microsoft Office PowerPoint</Application>
  <PresentationFormat>Presentación en pantalla (4:3)</PresentationFormat>
  <Paragraphs>43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Gill Sans MT</vt:lpstr>
      <vt:lpstr>Wingdings 2</vt:lpstr>
      <vt:lpstr>Dividendo</vt:lpstr>
      <vt:lpstr>                 Digitalización aplicada a los sectores  productivos</vt:lpstr>
      <vt:lpstr>Veremos</vt:lpstr>
      <vt:lpstr>UD1. Sesion 4: Impacto medioambiental Fecha: 21/oct/25</vt:lpstr>
      <vt:lpstr>UD1. Sesion 4: Impacto medioambiental Fecha: 21/oct/25</vt:lpstr>
      <vt:lpstr>UD1. Sesion 4: Impacto medioambiental Fecha: 21/oct/25</vt:lpstr>
      <vt:lpstr>Presentación de PowerPoint</vt:lpstr>
      <vt:lpstr>ACTIVIDADES PLANTEADAS: 1</vt:lpstr>
      <vt:lpstr>ACTIVIDADES PLANTEADAS 2:</vt:lpstr>
      <vt:lpstr>ACTIVIDADES PLANTEADAS: 3</vt:lpstr>
      <vt:lpstr>ACTIVIDADES PLANTEADAS: 4</vt:lpstr>
      <vt:lpstr>ACTIVIDADES PLANTEADAS: 5</vt:lpstr>
      <vt:lpstr>ACTIVIDADES PLANTEADAS: 5</vt:lpstr>
      <vt:lpstr>Presentación de PowerPoint</vt:lpstr>
      <vt:lpstr>En Moodle subimos pdf y url (actualizada)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Digitalización aplicada a los sectores productivos</dc:title>
  <dc:subject/>
  <dc:creator>usuario</dc:creator>
  <cp:keywords/>
  <dc:description>generated using python-pptx</dc:description>
  <cp:lastModifiedBy>AntonioJesus Marin Espejo</cp:lastModifiedBy>
  <cp:revision>37</cp:revision>
  <dcterms:created xsi:type="dcterms:W3CDTF">2013-01-27T09:14:16Z</dcterms:created>
  <dcterms:modified xsi:type="dcterms:W3CDTF">2025-10-20T20:08:14Z</dcterms:modified>
  <cp:category/>
</cp:coreProperties>
</file>